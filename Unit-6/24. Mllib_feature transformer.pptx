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54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A3981-8A41-6313-82ED-E2E847ACB4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6EAF54-10F1-E769-9BF1-E30CB413FC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34C7B-8E6B-1D05-C442-0C891AD14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D7D29-08F0-4033-BC45-3FCA41CB8284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5AA16-0442-36BC-116C-E6356B623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F7E90-2E3A-BE52-DBAC-D2303D09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1436C-0C6F-4446-BE67-2756D183D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702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59C93-CEB3-5F1D-8EA6-09BF6B9A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102A4-17EC-BBB5-513F-CD1CD1E0A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85DF0-8986-D4F9-F1AD-14F7495CA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D7D29-08F0-4033-BC45-3FCA41CB8284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A0559-1579-6D8C-540C-808DD90C0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C5F2A-79F2-2A5C-1374-2DE1DF599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1436C-0C6F-4446-BE67-2756D183D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226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3D7D1-1DFE-3CAE-A80B-F08655215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8BEDE-2185-8A17-AA59-957BA4F3C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168FC-462F-32AD-974F-05FDAB5E5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D7D29-08F0-4033-BC45-3FCA41CB8284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859C6-8CCC-7119-F85C-7AC53D124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D2A6D-A392-5A69-6019-0FB24062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1436C-0C6F-4446-BE67-2756D183D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903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772AB-F162-3E65-33D9-C5D5EE186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D7C78-D441-E5DF-BB1F-C2602D7AC5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CCE3FD-2EC4-E758-E518-2EA17A0D4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D1EE48-2CAF-CB15-3B4C-E4B114C26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D7D29-08F0-4033-BC45-3FCA41CB8284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451CC-A826-6EAD-D8D1-271EF11A6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0B262-F05A-FB3B-B198-9C8DC3D81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1436C-0C6F-4446-BE67-2756D183D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901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B6AE7-72FD-9F62-B20F-BCA9BDA82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DECA32-42A5-0DD5-4575-D2F5F838F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95E129-3972-7227-4FF1-2FADA5EFB9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0CB9B3-9FAA-28E4-AF0A-89E8B0EC2C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59B55D-B84D-8216-1105-DF20E4C996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EDEE35-2841-9751-F622-F35CEDE8D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D7D29-08F0-4033-BC45-3FCA41CB8284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E8B340-43FC-2000-B17C-F6EA25DBA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DD5A6-5224-858F-8528-640CBE32A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1436C-0C6F-4446-BE67-2756D183D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1554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06F0D-E8F0-2875-B772-4DD08B86C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E9DAC1-8A30-B9E7-A033-334C5E726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D7D29-08F0-4033-BC45-3FCA41CB8284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676B13-662A-7CB2-5C1C-E3EEA152C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A22DB4-B703-C874-2E78-FBB59422C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1436C-0C6F-4446-BE67-2756D183D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620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B28011-9D86-7E76-D5CE-175CA0F37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D7D29-08F0-4033-BC45-3FCA41CB8284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404E20-B835-416F-3FE3-684E784C6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20FB3B-1BFC-AFA2-0666-EF815A8DE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1436C-0C6F-4446-BE67-2756D183D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696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22157-B62A-BACD-CBFD-D3F92B80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C665F-758C-BBFD-8303-5065BD028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459706-5837-D1AF-E314-A51627E0AB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B994D6-BE4D-E866-6903-DE1A1EA82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D7D29-08F0-4033-BC45-3FCA41CB8284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C68EB-3C5E-4470-4C9D-F104E8A8C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B958D-53BC-C2EF-AC0E-F05114AA1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1436C-0C6F-4446-BE67-2756D183D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775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09B63-ACD5-0057-17B9-509E6E089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5BD128-A949-3D52-C3F3-40BB98A958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3DCE84-30AF-6D92-EB2A-8968FA0B5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70EC62-44ED-8F4B-020E-8F8A45729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D7D29-08F0-4033-BC45-3FCA41CB8284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F19BA4-C21E-9DD7-85F8-364310B85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E484B0-123B-33F0-1683-9D5D70DD3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1436C-0C6F-4446-BE67-2756D183D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671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F03C0-9D10-B917-87D4-C98051AD7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63FCBB-CDA6-FBC3-5194-96A66380F4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327DC-1FEC-53DB-30DD-1DB666F05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D7D29-08F0-4033-BC45-3FCA41CB8284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9B8E2-A023-607D-9F0C-9E8849049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61E2D-3551-C70A-BCC9-33B516508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1436C-0C6F-4446-BE67-2756D183D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7415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016D2D-CB38-AC92-82FC-952BD4C7D4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B31601-0778-60D4-BDE2-07BA0722BA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05C62-77FC-7852-DB24-98EF4CC2B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D7D29-08F0-4033-BC45-3FCA41CB8284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4F4EB-4585-3D28-CA8F-210857E46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0097F-5AC4-7E20-F238-F38CE160A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1436C-0C6F-4446-BE67-2756D183D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475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1D2AE4-95B4-772B-D890-584B1FCAA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DA0955-3549-9ECD-9FFF-892AAD733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7F42A-0F3D-2CB6-4209-DE354E8613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1D7D29-08F0-4033-BC45-3FCA41CB8284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9A888-6FCE-6D31-98D7-38C021998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2B9C9-128C-61FA-219D-D0E9B37A57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21436C-0C6F-4446-BE67-2756D183D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243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B09D50-D26D-EDDC-149B-68FFB3E47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56" y="289872"/>
            <a:ext cx="6969962" cy="554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793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230E85-DF78-545A-A1CF-269ADB2CC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14" y="224081"/>
            <a:ext cx="9339822" cy="30040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D4D09F-A53F-06F3-3C59-E28CC8F70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14" y="3342206"/>
            <a:ext cx="9339822" cy="329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268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97D3FE-6052-6499-F938-2F34EE781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89" y="182432"/>
            <a:ext cx="7678222" cy="3943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1C4294-3434-A0FD-64AE-917255DF5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509" y="2399678"/>
            <a:ext cx="6982799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264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53214C-4FEB-519B-2E7B-BCA4EBD6B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19" y="174995"/>
            <a:ext cx="10306278" cy="564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340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7BED65-E11B-9CB3-0F3E-F34C264E9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27" y="215074"/>
            <a:ext cx="11564964" cy="14956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54DFD4-45DB-DF29-0592-A6E172AC1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827" y="1813353"/>
            <a:ext cx="11564964" cy="4829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614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Ajeet Ashish</dc:creator>
  <cp:lastModifiedBy>zeenat zahra</cp:lastModifiedBy>
  <cp:revision>5</cp:revision>
  <dcterms:created xsi:type="dcterms:W3CDTF">2023-04-17T05:09:54Z</dcterms:created>
  <dcterms:modified xsi:type="dcterms:W3CDTF">2026-09-25T06:07:55Z</dcterms:modified>
</cp:coreProperties>
</file>